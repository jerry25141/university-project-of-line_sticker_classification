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6" y="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dk2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dk2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64DD9C7-DD57-483C-BFB8-1C00C2A51963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accent0_3" csCatId="mainScheme" phldr="1"/>
      <dgm:spPr/>
      <dgm:t>
        <a:bodyPr/>
        <a:lstStyle/>
        <a:p>
          <a:endParaRPr lang="en-US"/>
        </a:p>
      </dgm:t>
    </dgm:pt>
    <dgm:pt modelId="{CF69E6C2-1C20-42E0-83FD-DCF4524B37B8}">
      <dgm:prSet/>
      <dgm:spPr/>
      <dgm:t>
        <a:bodyPr/>
        <a:lstStyle/>
        <a:p>
          <a:pPr>
            <a:defRPr cap="all"/>
          </a:pPr>
          <a:r>
            <a:rPr lang="zh-TW"/>
            <a:t>輸入：使用者輸入貼圖</a:t>
          </a:r>
          <a:endParaRPr lang="en-US"/>
        </a:p>
      </dgm:t>
    </dgm:pt>
    <dgm:pt modelId="{77AD9A93-99F1-4ED6-9B8C-B044A58BD399}" type="parTrans" cxnId="{86E52348-3AE1-47FE-967A-6C45272A0EC3}">
      <dgm:prSet/>
      <dgm:spPr/>
      <dgm:t>
        <a:bodyPr/>
        <a:lstStyle/>
        <a:p>
          <a:endParaRPr lang="en-US"/>
        </a:p>
      </dgm:t>
    </dgm:pt>
    <dgm:pt modelId="{16141BD3-62AF-4F11-95D1-50BA5FA42A33}" type="sibTrans" cxnId="{86E52348-3AE1-47FE-967A-6C45272A0EC3}">
      <dgm:prSet/>
      <dgm:spPr/>
      <dgm:t>
        <a:bodyPr/>
        <a:lstStyle/>
        <a:p>
          <a:endParaRPr lang="en-US"/>
        </a:p>
      </dgm:t>
    </dgm:pt>
    <dgm:pt modelId="{7820AADD-6696-4283-AF29-D00AF3936A4D}">
      <dgm:prSet/>
      <dgm:spPr/>
      <dgm:t>
        <a:bodyPr/>
        <a:lstStyle/>
        <a:p>
          <a:pPr>
            <a:defRPr cap="all"/>
          </a:pPr>
          <a:r>
            <a:rPr lang="zh-TW"/>
            <a:t>輸出：機器預測的貼圖類型</a:t>
          </a:r>
          <a:r>
            <a:rPr lang="en-US"/>
            <a:t>(</a:t>
          </a:r>
          <a:r>
            <a:rPr lang="zh-TW"/>
            <a:t>作者、系列</a:t>
          </a:r>
          <a:r>
            <a:rPr lang="en-US"/>
            <a:t>)</a:t>
          </a:r>
        </a:p>
      </dgm:t>
    </dgm:pt>
    <dgm:pt modelId="{936F0D89-421C-484E-A9E1-35E110108264}" type="parTrans" cxnId="{9947A8A8-0B4B-4FD6-AC37-87E55A6309D5}">
      <dgm:prSet/>
      <dgm:spPr/>
      <dgm:t>
        <a:bodyPr/>
        <a:lstStyle/>
        <a:p>
          <a:endParaRPr lang="en-US"/>
        </a:p>
      </dgm:t>
    </dgm:pt>
    <dgm:pt modelId="{609179BB-5436-4102-BCF7-A44D33BB3996}" type="sibTrans" cxnId="{9947A8A8-0B4B-4FD6-AC37-87E55A6309D5}">
      <dgm:prSet/>
      <dgm:spPr/>
      <dgm:t>
        <a:bodyPr/>
        <a:lstStyle/>
        <a:p>
          <a:endParaRPr lang="en-US"/>
        </a:p>
      </dgm:t>
    </dgm:pt>
    <dgm:pt modelId="{BC23F1F0-C8D9-4DCA-A215-7C58704FA568}" type="pres">
      <dgm:prSet presAssocID="{664DD9C7-DD57-483C-BFB8-1C00C2A51963}" presName="root" presStyleCnt="0">
        <dgm:presLayoutVars>
          <dgm:dir/>
          <dgm:resizeHandles val="exact"/>
        </dgm:presLayoutVars>
      </dgm:prSet>
      <dgm:spPr/>
    </dgm:pt>
    <dgm:pt modelId="{4548BFB5-8412-4CCC-894C-E4CD0D2032B8}" type="pres">
      <dgm:prSet presAssocID="{CF69E6C2-1C20-42E0-83FD-DCF4524B37B8}" presName="compNode" presStyleCnt="0"/>
      <dgm:spPr/>
    </dgm:pt>
    <dgm:pt modelId="{65544D21-518F-4392-9C5C-C758569390F2}" type="pres">
      <dgm:prSet presAssocID="{CF69E6C2-1C20-42E0-83FD-DCF4524B37B8}" presName="iconBgRect" presStyleLbl="bgShp" presStyleIdx="0" presStyleCnt="2"/>
      <dgm:spPr/>
    </dgm:pt>
    <dgm:pt modelId="{EFF38B4B-BD7C-48E6-97B8-EB0793F9B8E0}" type="pres">
      <dgm:prSet presAssocID="{CF69E6C2-1C20-42E0-83FD-DCF4524B37B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8000" r="-8000"/>
          </a:stretch>
        </a:blipFill>
        <a:ln>
          <a:noFill/>
        </a:ln>
      </dgm:spPr>
    </dgm:pt>
    <dgm:pt modelId="{9E210B72-9BA1-48FB-8618-3154835248D5}" type="pres">
      <dgm:prSet presAssocID="{CF69E6C2-1C20-42E0-83FD-DCF4524B37B8}" presName="spaceRect" presStyleCnt="0"/>
      <dgm:spPr/>
    </dgm:pt>
    <dgm:pt modelId="{8F27391D-4E49-4D11-9790-AAE3838B781F}" type="pres">
      <dgm:prSet presAssocID="{CF69E6C2-1C20-42E0-83FD-DCF4524B37B8}" presName="textRect" presStyleLbl="revTx" presStyleIdx="0" presStyleCnt="2">
        <dgm:presLayoutVars>
          <dgm:chMax val="1"/>
          <dgm:chPref val="1"/>
        </dgm:presLayoutVars>
      </dgm:prSet>
      <dgm:spPr/>
    </dgm:pt>
    <dgm:pt modelId="{3512D963-C330-447C-9F95-71D59E873EE5}" type="pres">
      <dgm:prSet presAssocID="{16141BD3-62AF-4F11-95D1-50BA5FA42A33}" presName="sibTrans" presStyleCnt="0"/>
      <dgm:spPr/>
    </dgm:pt>
    <dgm:pt modelId="{A6A24174-4268-46E1-9D9E-BDE97C8F1D8E}" type="pres">
      <dgm:prSet presAssocID="{7820AADD-6696-4283-AF29-D00AF3936A4D}" presName="compNode" presStyleCnt="0"/>
      <dgm:spPr/>
    </dgm:pt>
    <dgm:pt modelId="{F05CEF5C-B9AE-4F96-9EF9-6BA3EC685BC5}" type="pres">
      <dgm:prSet presAssocID="{7820AADD-6696-4283-AF29-D00AF3936A4D}" presName="iconBgRect" presStyleLbl="bgShp" presStyleIdx="1" presStyleCnt="2"/>
      <dgm:spPr/>
    </dgm:pt>
    <dgm:pt modelId="{DCD56F61-4255-4A0E-8571-B415525DC601}" type="pres">
      <dgm:prSet presAssocID="{7820AADD-6696-4283-AF29-D00AF3936A4D}" presName="iconRect" presStyleLbl="node1" presStyleIdx="1" presStyleCnt="2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文件"/>
        </a:ext>
      </dgm:extLst>
    </dgm:pt>
    <dgm:pt modelId="{D7A21205-751C-44EA-8D90-DB482A845AD6}" type="pres">
      <dgm:prSet presAssocID="{7820AADD-6696-4283-AF29-D00AF3936A4D}" presName="spaceRect" presStyleCnt="0"/>
      <dgm:spPr/>
    </dgm:pt>
    <dgm:pt modelId="{416AFFE6-059D-431F-9CBF-8A82EB0B2D0F}" type="pres">
      <dgm:prSet presAssocID="{7820AADD-6696-4283-AF29-D00AF3936A4D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2B8F6266-0216-4A94-A0CE-2F15B2E8E816}" type="presOf" srcId="{664DD9C7-DD57-483C-BFB8-1C00C2A51963}" destId="{BC23F1F0-C8D9-4DCA-A215-7C58704FA568}" srcOrd="0" destOrd="0" presId="urn:microsoft.com/office/officeart/2018/5/layout/IconCircleLabelList"/>
    <dgm:cxn modelId="{86E52348-3AE1-47FE-967A-6C45272A0EC3}" srcId="{664DD9C7-DD57-483C-BFB8-1C00C2A51963}" destId="{CF69E6C2-1C20-42E0-83FD-DCF4524B37B8}" srcOrd="0" destOrd="0" parTransId="{77AD9A93-99F1-4ED6-9B8C-B044A58BD399}" sibTransId="{16141BD3-62AF-4F11-95D1-50BA5FA42A33}"/>
    <dgm:cxn modelId="{4523FE72-385E-4F96-8481-BC89209CD619}" type="presOf" srcId="{CF69E6C2-1C20-42E0-83FD-DCF4524B37B8}" destId="{8F27391D-4E49-4D11-9790-AAE3838B781F}" srcOrd="0" destOrd="0" presId="urn:microsoft.com/office/officeart/2018/5/layout/IconCircleLabelList"/>
    <dgm:cxn modelId="{4083F177-E233-4D74-AFF0-A4C55AF21760}" type="presOf" srcId="{7820AADD-6696-4283-AF29-D00AF3936A4D}" destId="{416AFFE6-059D-431F-9CBF-8A82EB0B2D0F}" srcOrd="0" destOrd="0" presId="urn:microsoft.com/office/officeart/2018/5/layout/IconCircleLabelList"/>
    <dgm:cxn modelId="{9947A8A8-0B4B-4FD6-AC37-87E55A6309D5}" srcId="{664DD9C7-DD57-483C-BFB8-1C00C2A51963}" destId="{7820AADD-6696-4283-AF29-D00AF3936A4D}" srcOrd="1" destOrd="0" parTransId="{936F0D89-421C-484E-A9E1-35E110108264}" sibTransId="{609179BB-5436-4102-BCF7-A44D33BB3996}"/>
    <dgm:cxn modelId="{478C23B6-685E-41FB-86B3-BA95D82F53E5}" type="presParOf" srcId="{BC23F1F0-C8D9-4DCA-A215-7C58704FA568}" destId="{4548BFB5-8412-4CCC-894C-E4CD0D2032B8}" srcOrd="0" destOrd="0" presId="urn:microsoft.com/office/officeart/2018/5/layout/IconCircleLabelList"/>
    <dgm:cxn modelId="{B78BC774-DA05-4E7A-87BA-E0473D0F3F41}" type="presParOf" srcId="{4548BFB5-8412-4CCC-894C-E4CD0D2032B8}" destId="{65544D21-518F-4392-9C5C-C758569390F2}" srcOrd="0" destOrd="0" presId="urn:microsoft.com/office/officeart/2018/5/layout/IconCircleLabelList"/>
    <dgm:cxn modelId="{815889DB-578A-4509-9D2D-7E0ABCF3A6AB}" type="presParOf" srcId="{4548BFB5-8412-4CCC-894C-E4CD0D2032B8}" destId="{EFF38B4B-BD7C-48E6-97B8-EB0793F9B8E0}" srcOrd="1" destOrd="0" presId="urn:microsoft.com/office/officeart/2018/5/layout/IconCircleLabelList"/>
    <dgm:cxn modelId="{785B15BD-90E7-4741-9D8D-C446F912257F}" type="presParOf" srcId="{4548BFB5-8412-4CCC-894C-E4CD0D2032B8}" destId="{9E210B72-9BA1-48FB-8618-3154835248D5}" srcOrd="2" destOrd="0" presId="urn:microsoft.com/office/officeart/2018/5/layout/IconCircleLabelList"/>
    <dgm:cxn modelId="{48115D1E-F100-4D9B-BA76-A900880D6274}" type="presParOf" srcId="{4548BFB5-8412-4CCC-894C-E4CD0D2032B8}" destId="{8F27391D-4E49-4D11-9790-AAE3838B781F}" srcOrd="3" destOrd="0" presId="urn:microsoft.com/office/officeart/2018/5/layout/IconCircleLabelList"/>
    <dgm:cxn modelId="{0112C0D7-4F7D-4C58-918B-20B47C8D5388}" type="presParOf" srcId="{BC23F1F0-C8D9-4DCA-A215-7C58704FA568}" destId="{3512D963-C330-447C-9F95-71D59E873EE5}" srcOrd="1" destOrd="0" presId="urn:microsoft.com/office/officeart/2018/5/layout/IconCircleLabelList"/>
    <dgm:cxn modelId="{C6B8D408-C4F7-447B-A925-023E5BBB1756}" type="presParOf" srcId="{BC23F1F0-C8D9-4DCA-A215-7C58704FA568}" destId="{A6A24174-4268-46E1-9D9E-BDE97C8F1D8E}" srcOrd="2" destOrd="0" presId="urn:microsoft.com/office/officeart/2018/5/layout/IconCircleLabelList"/>
    <dgm:cxn modelId="{41F02CA1-7E57-4AA4-8BB1-F1A842257136}" type="presParOf" srcId="{A6A24174-4268-46E1-9D9E-BDE97C8F1D8E}" destId="{F05CEF5C-B9AE-4F96-9EF9-6BA3EC685BC5}" srcOrd="0" destOrd="0" presId="urn:microsoft.com/office/officeart/2018/5/layout/IconCircleLabelList"/>
    <dgm:cxn modelId="{E56AC03F-E53E-4EE6-B7E1-38322B1B459D}" type="presParOf" srcId="{A6A24174-4268-46E1-9D9E-BDE97C8F1D8E}" destId="{DCD56F61-4255-4A0E-8571-B415525DC601}" srcOrd="1" destOrd="0" presId="urn:microsoft.com/office/officeart/2018/5/layout/IconCircleLabelList"/>
    <dgm:cxn modelId="{A0A4C545-96DF-4756-AD95-B9F97A267FE1}" type="presParOf" srcId="{A6A24174-4268-46E1-9D9E-BDE97C8F1D8E}" destId="{D7A21205-751C-44EA-8D90-DB482A845AD6}" srcOrd="2" destOrd="0" presId="urn:microsoft.com/office/officeart/2018/5/layout/IconCircleLabelList"/>
    <dgm:cxn modelId="{1995580D-B5AE-4E32-9E54-7CF3CE2AB075}" type="presParOf" srcId="{A6A24174-4268-46E1-9D9E-BDE97C8F1D8E}" destId="{416AFFE6-059D-431F-9CBF-8A82EB0B2D0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544D21-518F-4392-9C5C-C758569390F2}">
      <dsp:nvSpPr>
        <dsp:cNvPr id="0" name=""/>
        <dsp:cNvSpPr/>
      </dsp:nvSpPr>
      <dsp:spPr>
        <a:xfrm>
          <a:off x="2040228" y="467711"/>
          <a:ext cx="2196000" cy="219600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F38B4B-BD7C-48E6-97B8-EB0793F9B8E0}">
      <dsp:nvSpPr>
        <dsp:cNvPr id="0" name=""/>
        <dsp:cNvSpPr/>
      </dsp:nvSpPr>
      <dsp:spPr>
        <a:xfrm>
          <a:off x="2508228" y="935711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8000" r="-8000"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27391D-4E49-4D11-9790-AAE3838B781F}">
      <dsp:nvSpPr>
        <dsp:cNvPr id="0" name=""/>
        <dsp:cNvSpPr/>
      </dsp:nvSpPr>
      <dsp:spPr>
        <a:xfrm>
          <a:off x="1338228" y="334771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zh-TW" sz="2300" kern="1200"/>
            <a:t>輸入：使用者輸入貼圖</a:t>
          </a:r>
          <a:endParaRPr lang="en-US" sz="2300" kern="1200"/>
        </a:p>
      </dsp:txBody>
      <dsp:txXfrm>
        <a:off x="1338228" y="3347712"/>
        <a:ext cx="3600000" cy="720000"/>
      </dsp:txXfrm>
    </dsp:sp>
    <dsp:sp modelId="{F05CEF5C-B9AE-4F96-9EF9-6BA3EC685BC5}">
      <dsp:nvSpPr>
        <dsp:cNvPr id="0" name=""/>
        <dsp:cNvSpPr/>
      </dsp:nvSpPr>
      <dsp:spPr>
        <a:xfrm>
          <a:off x="6270228" y="467711"/>
          <a:ext cx="2196000" cy="219600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D56F61-4255-4A0E-8571-B415525DC601}">
      <dsp:nvSpPr>
        <dsp:cNvPr id="0" name=""/>
        <dsp:cNvSpPr/>
      </dsp:nvSpPr>
      <dsp:spPr>
        <a:xfrm>
          <a:off x="6738228" y="935711"/>
          <a:ext cx="1260000" cy="1260000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6AFFE6-059D-431F-9CBF-8A82EB0B2D0F}">
      <dsp:nvSpPr>
        <dsp:cNvPr id="0" name=""/>
        <dsp:cNvSpPr/>
      </dsp:nvSpPr>
      <dsp:spPr>
        <a:xfrm>
          <a:off x="5568228" y="334771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zh-TW" sz="2300" kern="1200"/>
            <a:t>輸出：機器預測的貼圖類型</a:t>
          </a:r>
          <a:r>
            <a:rPr lang="en-US" sz="2300" kern="1200"/>
            <a:t>(</a:t>
          </a:r>
          <a:r>
            <a:rPr lang="zh-TW" sz="2300" kern="1200"/>
            <a:t>作者、系列</a:t>
          </a:r>
          <a:r>
            <a:rPr lang="en-US" sz="2300" kern="1200"/>
            <a:t>)</a:t>
          </a:r>
        </a:p>
      </dsp:txBody>
      <dsp:txXfrm>
        <a:off x="5568228" y="3347712"/>
        <a:ext cx="36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DD6181-EA90-450E-AB5F-E12B0E339C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49413A4-9006-49EE-876D-DD2039D18F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19AC192-42EC-46EE-BE67-862198375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CE97E-C8D9-4406-ADD6-92E03DDCC59D}" type="datetimeFigureOut">
              <a:rPr lang="zh-TW" altLang="en-US" smtClean="0"/>
              <a:t>2021/1/4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06D8CB9-88EC-49B0-9E47-863C89288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DE60F5A-50AD-4C55-8239-090DF54FA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7DD09-80D3-44C2-A994-23F6FE17FB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1299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FC3696-D1E6-4A08-BA05-3F3A1E62F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5C6213F-B3A3-4241-A845-C466B6EF7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D6108C6-B21D-4B26-B756-FFA48D231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CE97E-C8D9-4406-ADD6-92E03DDCC59D}" type="datetimeFigureOut">
              <a:rPr lang="zh-TW" altLang="en-US" smtClean="0"/>
              <a:t>2021/1/4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E628E5D-D1B5-4B08-B3CE-3D3C5604C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27491FE-DA82-4B7C-B013-AB945138F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7DD09-80D3-44C2-A994-23F6FE17FB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4348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CC0F47-56E0-47B7-9B8F-06FF77856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CD95843-302C-4FC4-99AB-CAD7074D0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A15A4C3-69DB-4BE9-BAF3-1985BEEF2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CE97E-C8D9-4406-ADD6-92E03DDCC59D}" type="datetimeFigureOut">
              <a:rPr lang="zh-TW" altLang="en-US" smtClean="0"/>
              <a:t>2021/1/4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0978D36-2D97-49FA-9326-95B0B07F0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A2592F0-68EB-4E16-BBFC-2CA704DDD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7DD09-80D3-44C2-A994-23F6FE17FB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522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F4A71D-2760-4BDB-AA9E-4577AC248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8D5AA94-8008-426F-9B45-2BD96C3A93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7EBD80D-B444-426C-A45C-4034E0F8C2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B24AD74-6E07-4557-9E1A-58AD08C01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CE97E-C8D9-4406-ADD6-92E03DDCC59D}" type="datetimeFigureOut">
              <a:rPr lang="zh-TW" altLang="en-US" smtClean="0"/>
              <a:t>2021/1/4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76C590A-CE8A-4B8E-ADAB-5A220BC20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6503A85-2E10-4161-897A-86DB5C44B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7DD09-80D3-44C2-A994-23F6FE17FB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7844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8EDB96-1DD0-44E2-88B6-3E3C96092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882B383-186F-48BA-BB0B-E0FD5C6E0D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744840F-BDC7-4DF0-BC7C-DC59CC9DE7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83399FC-B505-43D5-9B71-5CD240536F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13089D6-B411-44F1-8D5E-2980EDFEAB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C2585BA3-A011-426D-A251-D4C1D41F6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CE97E-C8D9-4406-ADD6-92E03DDCC59D}" type="datetimeFigureOut">
              <a:rPr lang="zh-TW" altLang="en-US" smtClean="0"/>
              <a:t>2021/1/4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B81A812-D409-4E03-B6D7-2A257A2BA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3CDE2F3-4E2B-43DE-8DCC-9AB284A77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7DD09-80D3-44C2-A994-23F6FE17FB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9369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23105E-5E5F-4DA8-AAC9-10BD8FAD1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721F7FF-E1B7-435E-B7C8-8986C9465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CE97E-C8D9-4406-ADD6-92E03DDCC59D}" type="datetimeFigureOut">
              <a:rPr lang="zh-TW" altLang="en-US" smtClean="0"/>
              <a:t>2021/1/4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4AE2799-91B1-420F-AD1D-D0CC1A8BE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7F0D991-958A-4A71-B205-D3D9A723F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7DD09-80D3-44C2-A994-23F6FE17FB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6275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4A2C628-A7F0-4EC2-AF96-32DDC999B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CE97E-C8D9-4406-ADD6-92E03DDCC59D}" type="datetimeFigureOut">
              <a:rPr lang="zh-TW" altLang="en-US" smtClean="0"/>
              <a:t>2021/1/4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45A1C0B-7F35-4BE3-AAD1-C16A36983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FA175DF-8DDD-4466-B852-48962F890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7DD09-80D3-44C2-A994-23F6FE17FB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0461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EC021A-77B1-41A6-91C2-79B279D93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86C4BD1-9748-4AEB-8F89-547E9DBBCB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C8598A2-6189-4E86-8EAD-5A865F24D3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15C25AB-2501-4163-A1CD-8DF6C434C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CE97E-C8D9-4406-ADD6-92E03DDCC59D}" type="datetimeFigureOut">
              <a:rPr lang="zh-TW" altLang="en-US" smtClean="0"/>
              <a:t>2021/1/4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354CFE6-78DA-4DEA-B4AB-12DB8B334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B29C523-1053-42D6-AA40-EF79FEFC3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7DD09-80D3-44C2-A994-23F6FE17FB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990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EDD980-D948-4E73-A3E9-31A1D1FC7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27379D2-0F23-408D-B3B1-FFEE08005E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1689EB5-5CA0-4211-BF70-5683A59915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3222D93-82A4-44B8-9EF5-31836FF88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CE97E-C8D9-4406-ADD6-92E03DDCC59D}" type="datetimeFigureOut">
              <a:rPr lang="zh-TW" altLang="en-US" smtClean="0"/>
              <a:t>2021/1/4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5F1A398-9E80-49EA-A5D0-AEC35C936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7CBE0A3-3C67-415B-95F5-7BB392913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7DD09-80D3-44C2-A994-23F6FE17FB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1233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959FFA-74D3-4334-9972-D02CEE34D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EA2B40A-6A5C-4F5B-BAFC-3D038BA89C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BC703F1-2469-4527-A561-DDB6F8E33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CE97E-C8D9-4406-ADD6-92E03DDCC59D}" type="datetimeFigureOut">
              <a:rPr lang="zh-TW" altLang="en-US" smtClean="0"/>
              <a:t>2021/1/4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A6BAE1A-3426-428E-9C4D-A1CEEC4C5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87562AD-7503-4A51-BF7D-A05C89036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7DD09-80D3-44C2-A994-23F6FE17FB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9871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2D987CB2-2AE1-481D-A5D7-9540104BFF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B96A5C4-6DDC-4603-A674-5DB223A8DC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A94A0E9-745C-4C4E-A5E4-C0710962E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CE97E-C8D9-4406-ADD6-92E03DDCC59D}" type="datetimeFigureOut">
              <a:rPr lang="zh-TW" altLang="en-US" smtClean="0"/>
              <a:t>2021/1/4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79823D-7669-4396-8A5A-3725E636F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6114EF6-3A33-4498-AB03-CDA12E775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7DD09-80D3-44C2-A994-23F6FE17FB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1771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6B643C2-D4F5-4A3B-84CA-79DE0EBBB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199D2BA-9A29-4368-9785-B739D48CB2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F353A38-F993-4D79-B53A-19AFD3EBDD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3CE97E-C8D9-4406-ADD6-92E03DDCC59D}" type="datetimeFigureOut">
              <a:rPr lang="zh-TW" altLang="en-US" smtClean="0"/>
              <a:t>2021/1/4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F3F0524-21F2-4DA4-876F-6CFE0394A3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245BB83-854D-4AA4-9E9A-F79C7D4F61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37DD09-80D3-44C2-A994-23F6FE17FB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2679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4D3D850-2041-4B7C-AED9-54DA385B1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1D5DFC5-85CD-4DB0-9549-D5AA3A1FD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-1481849" y="4022486"/>
            <a:ext cx="3655570" cy="2646427"/>
          </a:xfrm>
          <a:custGeom>
            <a:avLst/>
            <a:gdLst>
              <a:gd name="connsiteX0" fmla="*/ 0 w 2736866"/>
              <a:gd name="connsiteY0" fmla="*/ 0 h 1981337"/>
              <a:gd name="connsiteX1" fmla="*/ 2736866 w 2736866"/>
              <a:gd name="connsiteY1" fmla="*/ 0 h 1981337"/>
              <a:gd name="connsiteX2" fmla="*/ 2736866 w 2736866"/>
              <a:gd name="connsiteY2" fmla="*/ 1225808 h 1981337"/>
              <a:gd name="connsiteX3" fmla="*/ 1981337 w 2736866"/>
              <a:gd name="connsiteY3" fmla="*/ 1981337 h 198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36866" h="1981337">
                <a:moveTo>
                  <a:pt x="0" y="0"/>
                </a:moveTo>
                <a:lnTo>
                  <a:pt x="2736866" y="0"/>
                </a:lnTo>
                <a:lnTo>
                  <a:pt x="2736866" y="1225808"/>
                </a:lnTo>
                <a:lnTo>
                  <a:pt x="1981337" y="1981337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9F2DF91-4956-4FED-AAF9-98B74CFED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991197" y="4070586"/>
            <a:ext cx="4070846" cy="4070846"/>
          </a:xfrm>
          <a:custGeom>
            <a:avLst/>
            <a:gdLst>
              <a:gd name="connsiteX0" fmla="*/ 0 w 4070846"/>
              <a:gd name="connsiteY0" fmla="*/ 0 h 4070846"/>
              <a:gd name="connsiteX1" fmla="*/ 4070846 w 4070846"/>
              <a:gd name="connsiteY1" fmla="*/ 0 h 4070846"/>
              <a:gd name="connsiteX2" fmla="*/ 4070846 w 4070846"/>
              <a:gd name="connsiteY2" fmla="*/ 1063476 h 4070846"/>
              <a:gd name="connsiteX3" fmla="*/ 1063476 w 4070846"/>
              <a:gd name="connsiteY3" fmla="*/ 4070846 h 4070846"/>
              <a:gd name="connsiteX4" fmla="*/ 0 w 4070846"/>
              <a:gd name="connsiteY4" fmla="*/ 4070846 h 4070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70846" h="4070846">
                <a:moveTo>
                  <a:pt x="0" y="0"/>
                </a:moveTo>
                <a:lnTo>
                  <a:pt x="4070846" y="0"/>
                </a:lnTo>
                <a:lnTo>
                  <a:pt x="4070846" y="1063476"/>
                </a:lnTo>
                <a:lnTo>
                  <a:pt x="1063476" y="4070846"/>
                </a:lnTo>
                <a:lnTo>
                  <a:pt x="0" y="4070846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16AD2F9-C054-4FE3-A688-B43C21C5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933928" y="1372793"/>
            <a:ext cx="6135300" cy="5537781"/>
          </a:xfrm>
          <a:custGeom>
            <a:avLst/>
            <a:gdLst>
              <a:gd name="connsiteX0" fmla="*/ 0 w 6135300"/>
              <a:gd name="connsiteY0" fmla="*/ 0 h 5537781"/>
              <a:gd name="connsiteX1" fmla="*/ 6135300 w 6135300"/>
              <a:gd name="connsiteY1" fmla="*/ 0 h 5537781"/>
              <a:gd name="connsiteX2" fmla="*/ 6135300 w 6135300"/>
              <a:gd name="connsiteY2" fmla="*/ 3548931 h 5537781"/>
              <a:gd name="connsiteX3" fmla="*/ 4146451 w 6135300"/>
              <a:gd name="connsiteY3" fmla="*/ 5537781 h 5537781"/>
              <a:gd name="connsiteX4" fmla="*/ 0 w 6135300"/>
              <a:gd name="connsiteY4" fmla="*/ 1391331 h 5537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35300" h="5537781">
                <a:moveTo>
                  <a:pt x="0" y="0"/>
                </a:moveTo>
                <a:lnTo>
                  <a:pt x="6135300" y="0"/>
                </a:lnTo>
                <a:lnTo>
                  <a:pt x="6135300" y="3548931"/>
                </a:lnTo>
                <a:lnTo>
                  <a:pt x="4146451" y="5537781"/>
                </a:lnTo>
                <a:lnTo>
                  <a:pt x="0" y="1391331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497CCB5-5FC2-473C-AFCC-2430CEF1DF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409915" y="1742916"/>
            <a:ext cx="3372170" cy="3372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D203FA-9405-4E71-9D22-0D9ED95C7A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1683736" y="1587573"/>
            <a:ext cx="1073226" cy="107322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3C5A023F-D42B-416E-9B7C-ED7627B8C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18948" y="-1"/>
            <a:ext cx="5757046" cy="2878523"/>
          </a:xfrm>
          <a:prstGeom prst="triangle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1A51CA28-0F5E-4A7D-BEC3-F50C9EC0A6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3093" y="435016"/>
            <a:ext cx="2869396" cy="2326538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76089147-BD84-4A64-8448-1369A11F77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480" y="4107274"/>
            <a:ext cx="2481640" cy="2326538"/>
          </a:xfrm>
          <a:prstGeom prst="rect">
            <a:avLst/>
          </a:prstGeom>
        </p:spPr>
      </p:pic>
      <p:sp>
        <p:nvSpPr>
          <p:cNvPr id="26" name="Frame 25">
            <a:extLst>
              <a:ext uri="{FF2B5EF4-FFF2-40B4-BE49-F238E27FC236}">
                <a16:creationId xmlns:a16="http://schemas.microsoft.com/office/drawing/2014/main" id="{D86ED005-A263-420F-9447-E00E3BF605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971277" y="1304278"/>
            <a:ext cx="4249446" cy="4249444"/>
          </a:xfrm>
          <a:prstGeom prst="frame">
            <a:avLst>
              <a:gd name="adj1" fmla="val 1195"/>
            </a:avLst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F89C4E9-B555-49CB-B098-69F4394E9C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45528" y="4201466"/>
            <a:ext cx="2700944" cy="659993"/>
          </a:xfrm>
          <a:noFill/>
        </p:spPr>
        <p:txBody>
          <a:bodyPr>
            <a:normAutofit/>
          </a:bodyPr>
          <a:lstStyle/>
          <a:p>
            <a:r>
              <a:rPr lang="zh-TW" altLang="en-US" sz="1600">
                <a:solidFill>
                  <a:srgbClr val="080808"/>
                </a:solidFill>
              </a:rPr>
              <a:t>組員</a:t>
            </a:r>
            <a:r>
              <a:rPr lang="en-US" altLang="zh-TW" sz="1600">
                <a:solidFill>
                  <a:srgbClr val="080808"/>
                </a:solidFill>
              </a:rPr>
              <a:t>:</a:t>
            </a:r>
            <a:r>
              <a:rPr lang="zh-TW" altLang="en-US" sz="1600">
                <a:solidFill>
                  <a:srgbClr val="080808"/>
                </a:solidFill>
              </a:rPr>
              <a:t> 馬傑齡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EDAB3747-E147-4613-A30F-87355D85BE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62017" y="2740339"/>
            <a:ext cx="4616811" cy="1345720"/>
          </a:xfrm>
          <a:noFill/>
        </p:spPr>
        <p:txBody>
          <a:bodyPr anchor="ctr">
            <a:normAutofit/>
          </a:bodyPr>
          <a:lstStyle/>
          <a:p>
            <a:r>
              <a:rPr lang="en-US" altLang="zh-TW" sz="4000" dirty="0">
                <a:solidFill>
                  <a:srgbClr val="080808"/>
                </a:solidFill>
              </a:rPr>
              <a:t>Line </a:t>
            </a:r>
            <a:r>
              <a:rPr lang="zh-TW" altLang="en-US" sz="4000" dirty="0">
                <a:solidFill>
                  <a:srgbClr val="080808"/>
                </a:solidFill>
              </a:rPr>
              <a:t>貼圖商店分類</a:t>
            </a:r>
          </a:p>
        </p:txBody>
      </p:sp>
    </p:spTree>
    <p:extLst>
      <p:ext uri="{BB962C8B-B14F-4D97-AF65-F5344CB8AC3E}">
        <p14:creationId xmlns:p14="http://schemas.microsoft.com/office/powerpoint/2010/main" val="3263553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301F447-EEF7-48F5-AF73-7566EE7F6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A7C6A56-E0BC-4FDC-B97A-1BF5943FE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34644"/>
            <a:ext cx="10509504" cy="1076914"/>
          </a:xfrm>
        </p:spPr>
        <p:txBody>
          <a:bodyPr anchor="ctr">
            <a:normAutofit/>
          </a:bodyPr>
          <a:lstStyle/>
          <a:p>
            <a:r>
              <a:rPr lang="zh-TW" altLang="en-US" sz="4000" dirty="0"/>
              <a:t>動機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117410-A2A4-4085-9ADC-4674455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72" y="0"/>
            <a:ext cx="10506456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F74EB5-E547-4FB4-95F5-BCC788F3C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51299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內容版面配置區 2">
            <a:extLst>
              <a:ext uri="{FF2B5EF4-FFF2-40B4-BE49-F238E27FC236}">
                <a16:creationId xmlns:a16="http://schemas.microsoft.com/office/drawing/2014/main" id="{3AFBE5EC-9F6F-45EB-8FA0-70239B1DFD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3090016"/>
              </p:ext>
            </p:extLst>
          </p:nvPr>
        </p:nvGraphicFramePr>
        <p:xfrm>
          <a:off x="838200" y="1737360"/>
          <a:ext cx="10506456" cy="45354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71783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7C1E5815-D54C-487F-A054-6D4930ADE3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208496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DA239AB-2392-48E0-84CE-B0957D0332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762000"/>
            <a:ext cx="3352800" cy="2705100"/>
          </a:xfrm>
          <a:prstGeom prst="rect">
            <a:avLst/>
          </a:prstGeom>
        </p:spPr>
      </p:pic>
      <p:pic>
        <p:nvPicPr>
          <p:cNvPr id="7" name="圖片 6" descr="一張含有 向量圖形 的圖片&#10;&#10;自動產生的描述">
            <a:extLst>
              <a:ext uri="{FF2B5EF4-FFF2-40B4-BE49-F238E27FC236}">
                <a16:creationId xmlns:a16="http://schemas.microsoft.com/office/drawing/2014/main" id="{AB475EF6-1DE1-4D3B-A6D4-3BB651A316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1300" y="762000"/>
            <a:ext cx="3771900" cy="270510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CDB20ECE-EEC6-43C8-AAE1-37EB348819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3530600"/>
            <a:ext cx="3124200" cy="2514600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8ED67055-79C1-4591-BD77-F42BA11328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2700" y="3530600"/>
            <a:ext cx="2400300" cy="2514600"/>
          </a:xfrm>
          <a:prstGeom prst="rect">
            <a:avLst/>
          </a:prstGeom>
        </p:spPr>
      </p:pic>
      <p:pic>
        <p:nvPicPr>
          <p:cNvPr id="13" name="圖片 12" descr="一張含有 文字 的圖片&#10;&#10;自動產生的描述">
            <a:extLst>
              <a:ext uri="{FF2B5EF4-FFF2-40B4-BE49-F238E27FC236}">
                <a16:creationId xmlns:a16="http://schemas.microsoft.com/office/drawing/2014/main" id="{C9B52DDA-71DF-4B15-B497-2EA0F7888A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0" y="3530600"/>
            <a:ext cx="1524000" cy="2514600"/>
          </a:xfrm>
          <a:prstGeom prst="rect">
            <a:avLst/>
          </a:prstGeom>
        </p:spPr>
      </p:pic>
      <p:pic>
        <p:nvPicPr>
          <p:cNvPr id="19" name="圖片 18" descr="一張含有 文字, 輪子 的圖片&#10;&#10;自動產生的描述">
            <a:extLst>
              <a:ext uri="{FF2B5EF4-FFF2-40B4-BE49-F238E27FC236}">
                <a16:creationId xmlns:a16="http://schemas.microsoft.com/office/drawing/2014/main" id="{70EAAA48-A338-4339-8957-EA048D01A26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6700" y="762000"/>
            <a:ext cx="1968500" cy="1689100"/>
          </a:xfrm>
          <a:prstGeom prst="rect">
            <a:avLst/>
          </a:prstGeom>
        </p:spPr>
      </p:pic>
      <p:pic>
        <p:nvPicPr>
          <p:cNvPr id="15" name="圖片 14" descr="一張含有 文字 的圖片&#10;&#10;自動產生的描述">
            <a:extLst>
              <a:ext uri="{FF2B5EF4-FFF2-40B4-BE49-F238E27FC236}">
                <a16:creationId xmlns:a16="http://schemas.microsoft.com/office/drawing/2014/main" id="{1A147EA7-B1E5-4F68-B8E3-7EF074E7536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6700" y="2514600"/>
            <a:ext cx="1968500" cy="1892300"/>
          </a:xfrm>
          <a:prstGeom prst="rect">
            <a:avLst/>
          </a:prstGeom>
        </p:spPr>
      </p:pic>
      <p:pic>
        <p:nvPicPr>
          <p:cNvPr id="9" name="圖片 8" descr="一張含有 文字 的圖片&#10;&#10;自動產生的描述">
            <a:extLst>
              <a:ext uri="{FF2B5EF4-FFF2-40B4-BE49-F238E27FC236}">
                <a16:creationId xmlns:a16="http://schemas.microsoft.com/office/drawing/2014/main" id="{C43DD5C6-BB02-4DD6-8AA3-F22F356FE19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6700" y="4483100"/>
            <a:ext cx="1968500" cy="1574800"/>
          </a:xfrm>
          <a:prstGeom prst="rect">
            <a:avLst/>
          </a:prstGeom>
        </p:spPr>
      </p:pic>
      <p:sp>
        <p:nvSpPr>
          <p:cNvPr id="27" name="文字方塊 26">
            <a:extLst>
              <a:ext uri="{FF2B5EF4-FFF2-40B4-BE49-F238E27FC236}">
                <a16:creationId xmlns:a16="http://schemas.microsoft.com/office/drawing/2014/main" id="{B29DC1D8-19C0-4E72-BDAE-FC05A8F0C4B4}"/>
              </a:ext>
            </a:extLst>
          </p:cNvPr>
          <p:cNvSpPr txBox="1"/>
          <p:nvPr/>
        </p:nvSpPr>
        <p:spPr>
          <a:xfrm>
            <a:off x="1424376" y="221446"/>
            <a:ext cx="17740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highlight>
                  <a:srgbClr val="00FFFF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</a:p>
          <a:p>
            <a:r>
              <a:rPr lang="zh-TW" altLang="en-US" sz="2400" dirty="0">
                <a:highlight>
                  <a:srgbClr val="00FFFF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貓貓蟲咖波 </a:t>
            </a:r>
            <a:endParaRPr lang="en-US" altLang="zh-TW" sz="2400" dirty="0">
              <a:highlight>
                <a:srgbClr val="00FFFF"/>
              </a:highligh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6D6308FA-EB98-4E70-82BC-284630E341C2}"/>
              </a:ext>
            </a:extLst>
          </p:cNvPr>
          <p:cNvSpPr txBox="1"/>
          <p:nvPr/>
        </p:nvSpPr>
        <p:spPr>
          <a:xfrm>
            <a:off x="4892332" y="527897"/>
            <a:ext cx="2407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</a:p>
          <a:p>
            <a:r>
              <a:rPr lang="en-US" altLang="zh-TW" sz="2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LINE&amp;FRIENDS</a:t>
            </a: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820C7245-84F4-4C73-B363-0DC91375D6F0}"/>
              </a:ext>
            </a:extLst>
          </p:cNvPr>
          <p:cNvSpPr txBox="1"/>
          <p:nvPr/>
        </p:nvSpPr>
        <p:spPr>
          <a:xfrm>
            <a:off x="6476147" y="6057900"/>
            <a:ext cx="114470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白爛貓</a:t>
            </a:r>
            <a:endParaRPr lang="en-US" altLang="zh-TW" sz="2400" dirty="0">
              <a:highlight>
                <a:srgbClr val="FFFF00"/>
              </a:highligh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endParaRPr lang="zh-TW" altLang="en-US" sz="1400" dirty="0">
              <a:highlight>
                <a:srgbClr val="FFFF00"/>
              </a:highligh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21E2D900-D116-4CB5-852B-59EB0BE182B7}"/>
              </a:ext>
            </a:extLst>
          </p:cNvPr>
          <p:cNvSpPr txBox="1"/>
          <p:nvPr/>
        </p:nvSpPr>
        <p:spPr>
          <a:xfrm>
            <a:off x="4480669" y="5976160"/>
            <a:ext cx="11447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chemeClr val="accent6">
                    <a:lumMod val="20000"/>
                    <a:lumOff val="80000"/>
                  </a:schemeClr>
                </a:solidFill>
                <a:highlight>
                  <a:srgbClr val="80008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茄子哥</a:t>
            </a:r>
            <a:endParaRPr lang="en-US" altLang="zh-TW" sz="2400" dirty="0">
              <a:solidFill>
                <a:schemeClr val="accent6">
                  <a:lumMod val="20000"/>
                  <a:lumOff val="80000"/>
                </a:schemeClr>
              </a:solidFill>
              <a:highlight>
                <a:srgbClr val="800080"/>
              </a:highligh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600" dirty="0">
                <a:solidFill>
                  <a:schemeClr val="accent6">
                    <a:lumMod val="20000"/>
                    <a:lumOff val="80000"/>
                  </a:schemeClr>
                </a:solidFill>
                <a:highlight>
                  <a:srgbClr val="80008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r>
            <a:endParaRPr lang="zh-TW" altLang="en-US" sz="1600" dirty="0">
              <a:solidFill>
                <a:schemeClr val="accent6">
                  <a:lumMod val="20000"/>
                  <a:lumOff val="80000"/>
                </a:schemeClr>
              </a:solidFill>
              <a:highlight>
                <a:srgbClr val="800080"/>
              </a:highligh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E9DD22B7-6905-4FFE-9322-F40A9D6ABCD9}"/>
              </a:ext>
            </a:extLst>
          </p:cNvPr>
          <p:cNvSpPr txBox="1"/>
          <p:nvPr/>
        </p:nvSpPr>
        <p:spPr>
          <a:xfrm>
            <a:off x="1739046" y="5928668"/>
            <a:ext cx="1144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highlight>
                  <a:srgbClr val="C0C0C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蜜桃貓</a:t>
            </a:r>
            <a:endParaRPr lang="en-US" altLang="zh-TW" sz="2400" dirty="0">
              <a:highlight>
                <a:srgbClr val="C0C0C0"/>
              </a:highligh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600" dirty="0">
                <a:highlight>
                  <a:srgbClr val="C0C0C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endParaRPr lang="zh-TW" altLang="en-US" sz="1600" dirty="0">
              <a:highlight>
                <a:srgbClr val="C0C0C0"/>
              </a:highligh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4FFE50FA-BDD1-4F49-83B4-5BE2566B16DE}"/>
              </a:ext>
            </a:extLst>
          </p:cNvPr>
          <p:cNvSpPr txBox="1"/>
          <p:nvPr/>
        </p:nvSpPr>
        <p:spPr>
          <a:xfrm>
            <a:off x="9801776" y="1551245"/>
            <a:ext cx="21073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solidFill>
                  <a:schemeClr val="accent3">
                    <a:lumMod val="20000"/>
                    <a:lumOff val="80000"/>
                  </a:schemeClr>
                </a:solidFill>
                <a:highlight>
                  <a:srgbClr val="0000FF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7</a:t>
            </a:r>
          </a:p>
          <a:p>
            <a:r>
              <a:rPr lang="zh-TW" altLang="en-US" sz="2400" dirty="0">
                <a:solidFill>
                  <a:schemeClr val="accent3">
                    <a:lumMod val="20000"/>
                    <a:lumOff val="80000"/>
                  </a:schemeClr>
                </a:solidFill>
                <a:highlight>
                  <a:srgbClr val="0000FF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胖鯊魚鯊西米</a:t>
            </a: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64657956-612D-4E1D-95D8-41E1143E4A50}"/>
              </a:ext>
            </a:extLst>
          </p:cNvPr>
          <p:cNvSpPr txBox="1"/>
          <p:nvPr/>
        </p:nvSpPr>
        <p:spPr>
          <a:xfrm>
            <a:off x="9643346" y="3427603"/>
            <a:ext cx="15539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chemeClr val="accent4">
                    <a:lumMod val="20000"/>
                    <a:lumOff val="80000"/>
                  </a:schemeClr>
                </a:solidFill>
                <a:highlight>
                  <a:srgbClr val="8080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Shiba </a:t>
            </a:r>
            <a:r>
              <a:rPr lang="en-US" altLang="zh-TW" sz="2400" dirty="0" err="1">
                <a:solidFill>
                  <a:schemeClr val="accent4">
                    <a:lumMod val="20000"/>
                    <a:lumOff val="80000"/>
                  </a:schemeClr>
                </a:solidFill>
                <a:highlight>
                  <a:srgbClr val="8080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Inu</a:t>
            </a:r>
            <a:endParaRPr lang="en-US" altLang="zh-TW" sz="2400" dirty="0">
              <a:solidFill>
                <a:schemeClr val="accent4">
                  <a:lumMod val="20000"/>
                  <a:lumOff val="80000"/>
                </a:schemeClr>
              </a:solidFill>
              <a:highlight>
                <a:srgbClr val="808000"/>
              </a:highligh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600" dirty="0">
                <a:solidFill>
                  <a:schemeClr val="accent4">
                    <a:lumMod val="20000"/>
                    <a:lumOff val="80000"/>
                  </a:schemeClr>
                </a:solidFill>
                <a:highlight>
                  <a:srgbClr val="8080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endParaRPr lang="zh-TW" altLang="en-US" sz="1600" dirty="0">
              <a:solidFill>
                <a:schemeClr val="accent4">
                  <a:lumMod val="20000"/>
                  <a:lumOff val="80000"/>
                </a:schemeClr>
              </a:solidFill>
              <a:highlight>
                <a:srgbClr val="808000"/>
              </a:highligh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2BC244FA-7F88-4D28-950C-52DBB599DC6B}"/>
              </a:ext>
            </a:extLst>
          </p:cNvPr>
          <p:cNvSpPr txBox="1"/>
          <p:nvPr/>
        </p:nvSpPr>
        <p:spPr>
          <a:xfrm>
            <a:off x="9764018" y="4950018"/>
            <a:ext cx="14332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chemeClr val="accent3">
                    <a:lumMod val="20000"/>
                    <a:lumOff val="80000"/>
                  </a:schemeClr>
                </a:solidFill>
                <a:highlight>
                  <a:srgbClr val="FF00FF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卡娜赫拉</a:t>
            </a:r>
            <a:endParaRPr lang="en-US" altLang="zh-TW" sz="2400" dirty="0">
              <a:solidFill>
                <a:schemeClr val="accent3">
                  <a:lumMod val="20000"/>
                  <a:lumOff val="80000"/>
                </a:schemeClr>
              </a:solidFill>
              <a:highlight>
                <a:srgbClr val="FF00FF"/>
              </a:highligh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600" dirty="0">
                <a:solidFill>
                  <a:schemeClr val="accent3">
                    <a:lumMod val="20000"/>
                    <a:lumOff val="80000"/>
                  </a:schemeClr>
                </a:solidFill>
                <a:highlight>
                  <a:srgbClr val="FF00FF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endParaRPr lang="zh-TW" altLang="en-US" sz="1600" dirty="0">
              <a:solidFill>
                <a:schemeClr val="accent3">
                  <a:lumMod val="20000"/>
                  <a:lumOff val="80000"/>
                </a:schemeClr>
              </a:solidFill>
              <a:highlight>
                <a:srgbClr val="FF00FF"/>
              </a:highligh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13740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65</Words>
  <Application>Microsoft Office PowerPoint</Application>
  <PresentationFormat>寬螢幕</PresentationFormat>
  <Paragraphs>21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8" baseType="lpstr">
      <vt:lpstr>微軟正黑體</vt:lpstr>
      <vt:lpstr>Arial</vt:lpstr>
      <vt:lpstr>Calibri</vt:lpstr>
      <vt:lpstr>Calibri Light</vt:lpstr>
      <vt:lpstr>Office 佈景主題</vt:lpstr>
      <vt:lpstr>Line 貼圖商店分類</vt:lpstr>
      <vt:lpstr>動機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 貼圖商店分類</dc:title>
  <dc:creator>馬傑齡</dc:creator>
  <cp:lastModifiedBy>馬傑齡</cp:lastModifiedBy>
  <cp:revision>5</cp:revision>
  <dcterms:created xsi:type="dcterms:W3CDTF">2021-01-04T06:11:11Z</dcterms:created>
  <dcterms:modified xsi:type="dcterms:W3CDTF">2021-01-04T06:31:49Z</dcterms:modified>
</cp:coreProperties>
</file>